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IDSX  ·  SECOND STEP DECK  ·  NOT A REPEAT OF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또 다른 샤페론 스텝:
STEP 7 — 리소좀 pH 창
해리 · 촉매 가용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억제형 PC: ER(pH 7.4)에서는 세게 붙고, 리소좀(pH 4.8)에서는 풀려 효소가 일한다.
입증 지표: Kd 162× 증가 · ER 점유 0.89 · 리소좀 v/v_max 0.94 (C=5 μM)
대조: pH 무관 강결합은 리소좀 활성 ≈ 0  ·  치료 claim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IDSX · Inhibitory PC therapeutic window model · 2026-07
Prior deck = STEP 3 (folding equilibrium). This deck = STEP 7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왜 STEP 3 다음이 아니라 STEP 7인가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같은 ‘샤페론’이라도 밸브가 다르다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STEP 3 (이전 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질문: 접힌 분자 분율을 올릴 수 있나?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도구: U ⇌ N, Kd_N ≪ Kd_U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출력: folded pool 1.59× 농축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공정 위치: ER 접힘 반응기 평형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한계: 리소좀에서 약이 안 떨어지면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접힌 채로도 촉매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STEP 7 (본 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질문: 리소좀에서 촉매할 자유 효소가 남나?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도구: pH-의존 Kd + MM 속도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출력: ER 점유↑ &amp; lys v↑ 동시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공정 위치: 현장 반응기 억제 해제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한계: 배달·재고가 0이면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창이 열려도 처리량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다단 경로 — 본 덱은 주황 S7만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민트 S3 = 이전 프레젠테이션</a:t>
            </a:r>
          </a:p>
        </p:txBody>
      </p:sp>
      <p:pic>
        <p:nvPicPr>
          <p:cNvPr id="6" name="Picture 5" descr="fig1_steps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430000" cy="3178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949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S4–S6·S8은 여전히 미시뮬. STEP 7 시사 ≠ 전 경로 증명.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STEP 7 메커니즘 스키마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Inhibitory PC therapeutic window</a:t>
            </a:r>
          </a:p>
        </p:txBody>
      </p:sp>
      <p:pic>
        <p:nvPicPr>
          <p:cNvPr id="6" name="Picture 5" descr="fig0_pH_window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44441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pH에 따른 Kd 이동 (모델)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α=0.85 · Lys/ER Kd 비 ≈ 162×</a:t>
            </a:r>
          </a:p>
        </p:txBody>
      </p:sp>
      <p:pic>
        <p:nvPicPr>
          <p:cNvPr id="6" name="Picture 5" descr="fig2_Kd_vs_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132320" cy="45646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143000"/>
            <a:ext cx="411480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258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log10 Kd(pH) =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log10 Kd_ref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+ α (pH_ref − pH)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pH_ref = 7.4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Kd_ref = 0.5 μM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α = 0.85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pH↓ → Kd↑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(산성에서 약하게 붙음)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현상론 모델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원자 양성자화 경로 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주 결과: ER 점유 vs 리소좀 활성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같은 농도 축에서 두 목표가 공존하는 구간</a:t>
            </a:r>
          </a:p>
        </p:txBody>
      </p:sp>
      <p:pic>
        <p:nvPicPr>
          <p:cNvPr id="6" name="Picture 5" descr="fig3_occupancy_vs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47478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143000"/>
            <a:ext cx="3977639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C = 5 μM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pH-window PC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ER occupancy 0.89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Lys v/v_max   0.94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pH-insensitive tight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Lys v/v_max ≈ 0.01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→ STEP 7 적용 시사: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창이 있어야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촉매 가용이 산다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빨간 점선 = 실패 모드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(과억제)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Therapeutic window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occ_ER × v_lys — 너무 적어도, 너무 많아도 실패</a:t>
            </a:r>
          </a:p>
        </p:txBody>
      </p:sp>
      <p:pic>
        <p:nvPicPr>
          <p:cNvPr id="6" name="Picture 5" descr="fig4_window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63203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동일 농도, 다른 STEP 7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창 있는 PC vs 창 없는 강결합</a:t>
            </a:r>
          </a:p>
        </p:txBody>
      </p:sp>
      <p:pic>
        <p:nvPicPr>
          <p:cNvPr id="6" name="Picture 5" descr="fig5_compartmen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07040" cy="44549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촉매 속도 지형 (pH × 농도)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흰색 가로선: ER 7.4 / Lys 4.8</a:t>
            </a:r>
          </a:p>
        </p:txBody>
      </p:sp>
      <p:pic>
        <p:nvPicPr>
          <p:cNvPr id="6" name="Picture 5" descr="fig8_ra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51560"/>
            <a:ext cx="9326880" cy="5829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pH 민감도 α 민감도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α→0 이면 window 붕괴 — STEP 7의 필요조건</a:t>
            </a:r>
          </a:p>
        </p:txBody>
      </p:sp>
      <p:pic>
        <p:nvPicPr>
          <p:cNvPr id="6" name="Picture 5" descr="fig6_alph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326880" cy="59692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STEP 3 × STEP 7 결합 스케치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재고 밸브 × 촉매 가용 밸브</a:t>
            </a:r>
          </a:p>
        </p:txBody>
      </p:sp>
      <p:pic>
        <p:nvPicPr>
          <p:cNvPr id="6" name="Picture 5" descr="fig7_step3_step7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949440" cy="44350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143000"/>
            <a:ext cx="429768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Throughput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≈ 재고 분율 × v_lys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 없음: 0.58 × 1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0.58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pH-window: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0.92 × 0.94 → 0.87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강결합 무창: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0.92 × 0.01 → 0.01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교훈: STEP 3만 또는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STEP 7만으로는 부족할 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있다 (개념 스케치).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방법 · 대조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정직한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결합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1:1 E+C⇌EC
이차방정식 해
EC는 촉매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속도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MM: v=kcat E_free
S/(Km+S)
상대 v/v_max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pH–Kd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log-linear α 모델
현상론
원자 경로 아님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대조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α=0 초강결합
리소좀 활성 붕괴
window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입증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STEP 7 시사
세포·GAG 없음
IDS 특화 리간드 아님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data/*.csv
figures/fig0–8
summary.json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 · 시사한 것 / 아닌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STEP 7 한정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시사 (supported)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pH-민감 억제형 모델에서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ER 점유와 리소좀 활성이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같은 농도대에 공존 가능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Kd 산성 이동(~162×)이 창을 만듦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무창 강결합은 촉매 가용 파괴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window index에 최적 농도 존재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α 민감도 = STEP 7 필요조건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STEP 3과 직교하는 밸브임을 스케치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아님 (out of scope)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실제 IDS 저분자 후보 확정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세포 리소좀 활성 실측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GAG 감소·임상 효능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STEP 3 재입증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배달·M6P 해결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암브록솔 = IDS 약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원자 수준 pKa 경로 규명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전 경로(S1–S8) 일괄 증명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 ·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또 다른 스텝, 또 다른 입증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219456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샤페론 적용 스텝은 다양하다.
이전 덱은 STEP 3(접힘 평형)을, 본 덱은 STEP 7(pH 창 촉매 가용)을
각각 시뮬레이션으로 시사한다 — 서로 대체되지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Proof: C=5 μM에서 ER occupancy 0.89 &amp; lysosomal v/v_max 0.94 (pH-window 모델).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실패 대조: pH 무관 강결합 → 리소좀 활성 붕괴 (과억제).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화공 메시지: 상류 재고 밸브(STEP 3)와 하류 억제 해제 밸브(STEP 7)를 분리 설계·검증할 것.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IDSX 다음: 실제 리간드 pH-DSF / 활성 assay로 STEP 7 가설을 wet으로 옮기기.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7 simulation · Lysosomal pH-window · ≠ STEP 3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